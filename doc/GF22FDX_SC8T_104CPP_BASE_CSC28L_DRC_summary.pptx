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notesSlides/notesSlide2.xml" ContentType="application/vnd.openxmlformats-officedocument.presentationml.notes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4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48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media/image17.png" ContentType="image/png"/>
  <Override PartName="/ppt/media/image14.png" ContentType="image/png"/>
  <Override PartName="/ppt/media/image16.png" ContentType="image/png"/>
  <Override PartName="/ppt/media/image13.png" ContentType="image/png"/>
  <Override PartName="/ppt/media/image12.png" ContentType="image/png"/>
  <Override PartName="/ppt/media/image10.png" ContentType="image/png"/>
  <Override PartName="/ppt/media/image9.png" ContentType="image/png"/>
  <Override PartName="/ppt/media/image15.png" ContentType="image/png"/>
  <Override PartName="/ppt/media/image8.png" ContentType="image/png"/>
  <Override PartName="/ppt/media/image6.png" ContentType="image/png"/>
  <Override PartName="/ppt/media/image5.png" ContentType="image/png"/>
  <Override PartName="/ppt/media/image18.png" ContentType="image/png"/>
  <Override PartName="/ppt/media/image4.png" ContentType="image/png"/>
  <Override PartName="/ppt/media/image7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11.png" ContentType="image/png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lang="en-US" sz="2000">
                <a:latin typeface="Arial"/>
              </a:rPr>
              <a:t>Click to edit the notes format</a:t>
            </a:r>
            <a:endParaRPr/>
          </a:p>
        </p:txBody>
      </p:sp>
      <p:sp>
        <p:nvSpPr>
          <p:cNvPr id="14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lang="en-US" sz="1400">
                <a:latin typeface="Times New Roman"/>
              </a:rPr>
              <a:t>&lt;header&gt;</a:t>
            </a:r>
            <a:endParaRPr/>
          </a:p>
        </p:txBody>
      </p:sp>
      <p:sp>
        <p:nvSpPr>
          <p:cNvPr id="150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lang="en-US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151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lang="en-US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152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34181D44-0FCB-4D35-A582-C54856C67830}" type="slidenum">
              <a:rPr lang="en-US" sz="1400">
                <a:latin typeface="Times New Roman"/>
              </a:rPr>
              <a:t>&lt;number&gt;</a:t>
            </a:fld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1" name="CustomShape 2"/>
          <p:cNvSpPr/>
          <p:nvPr/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21C470F8-E128-4B38-91B5-10C29CA06C60}" type="slidenum">
              <a:rPr lang="en-US" sz="1200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3" name="CustomShape 2"/>
          <p:cNvSpPr/>
          <p:nvPr/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D4BF49B4-AC98-49C2-9CBC-012D122635EB}" type="slidenum">
              <a:rPr lang="en-US" sz="1200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/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5" name="" descr=""/>
          <p:cNvPicPr/>
          <p:nvPr/>
        </p:nvPicPr>
        <p:blipFill>
          <a:blip r:embed="rId2"/>
          <a:stretch/>
        </p:blipFill>
        <p:spPr>
          <a:xfrm>
            <a:off x="2077920" y="1604520"/>
            <a:ext cx="4987080" cy="3977280"/>
          </a:xfrm>
          <a:prstGeom prst="rect">
            <a:avLst/>
          </a:prstGeom>
          <a:ln>
            <a:noFill/>
          </a:ln>
        </p:spPr>
      </p:pic>
      <p:pic>
        <p:nvPicPr>
          <p:cNvPr id="36" name="" descr=""/>
          <p:cNvPicPr/>
          <p:nvPr/>
        </p:nvPicPr>
        <p:blipFill>
          <a:blip r:embed="rId3"/>
          <a:stretch/>
        </p:blipFill>
        <p:spPr>
          <a:xfrm>
            <a:off x="2077920" y="1604520"/>
            <a:ext cx="498708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2077920" y="1604520"/>
            <a:ext cx="4987080" cy="3977280"/>
          </a:xfrm>
          <a:prstGeom prst="rect">
            <a:avLst/>
          </a:prstGeom>
          <a:ln>
            <a:noFill/>
          </a:ln>
        </p:spPr>
      </p:pic>
      <p:pic>
        <p:nvPicPr>
          <p:cNvPr id="73" name="" descr=""/>
          <p:cNvPicPr/>
          <p:nvPr/>
        </p:nvPicPr>
        <p:blipFill>
          <a:blip r:embed="rId3"/>
          <a:stretch/>
        </p:blipFill>
        <p:spPr>
          <a:xfrm>
            <a:off x="2077920" y="1604520"/>
            <a:ext cx="498708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2077920" y="1604520"/>
            <a:ext cx="4987080" cy="3977280"/>
          </a:xfrm>
          <a:prstGeom prst="rect">
            <a:avLst/>
          </a:prstGeom>
          <a:ln>
            <a:noFill/>
          </a:ln>
        </p:spPr>
      </p:pic>
      <p:pic>
        <p:nvPicPr>
          <p:cNvPr id="110" name="" descr=""/>
          <p:cNvPicPr/>
          <p:nvPr/>
        </p:nvPicPr>
        <p:blipFill>
          <a:blip r:embed="rId3"/>
          <a:stretch/>
        </p:blipFill>
        <p:spPr>
          <a:xfrm>
            <a:off x="2077920" y="1604520"/>
            <a:ext cx="498708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146" name="" descr=""/>
          <p:cNvPicPr/>
          <p:nvPr/>
        </p:nvPicPr>
        <p:blipFill>
          <a:blip r:embed="rId2"/>
          <a:stretch/>
        </p:blipFill>
        <p:spPr>
          <a:xfrm>
            <a:off x="2077920" y="1604520"/>
            <a:ext cx="4987080" cy="3977280"/>
          </a:xfrm>
          <a:prstGeom prst="rect">
            <a:avLst/>
          </a:prstGeom>
          <a:ln>
            <a:noFill/>
          </a:ln>
        </p:spPr>
      </p:pic>
      <p:pic>
        <p:nvPicPr>
          <p:cNvPr id="147" name="" descr=""/>
          <p:cNvPicPr/>
          <p:nvPr/>
        </p:nvPicPr>
        <p:blipFill>
          <a:blip r:embed="rId3"/>
          <a:stretch/>
        </p:blipFill>
        <p:spPr>
          <a:xfrm>
            <a:off x="2077920" y="1604520"/>
            <a:ext cx="498708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"/>
          <p:cNvPicPr/>
          <p:nvPr/>
        </p:nvPicPr>
        <p:blipFill>
          <a:blip r:embed="rId3"/>
          <a:stretch/>
        </p:blipFill>
        <p:spPr>
          <a:xfrm>
            <a:off x="380880" y="5693400"/>
            <a:ext cx="2053440" cy="911520"/>
          </a:xfrm>
          <a:prstGeom prst="rect">
            <a:avLst/>
          </a:prstGeom>
          <a:ln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 descr=""/>
          <p:cNvPicPr/>
          <p:nvPr/>
        </p:nvPicPr>
        <p:blipFill>
          <a:blip r:embed="rId3"/>
          <a:stretch/>
        </p:blipFill>
        <p:spPr>
          <a:xfrm>
            <a:off x="7839000" y="96840"/>
            <a:ext cx="1148400" cy="508680"/>
          </a:xfrm>
          <a:prstGeom prst="rect">
            <a:avLst/>
          </a:prstGeom>
          <a:ln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 descr=""/>
          <p:cNvPicPr/>
          <p:nvPr/>
        </p:nvPicPr>
        <p:blipFill>
          <a:blip r:embed="rId3"/>
          <a:stretch/>
        </p:blipFill>
        <p:spPr>
          <a:xfrm>
            <a:off x="7839000" y="96840"/>
            <a:ext cx="1148400" cy="508680"/>
          </a:xfrm>
          <a:prstGeom prst="rect">
            <a:avLst/>
          </a:prstGeom>
          <a:ln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2" descr=""/>
          <p:cNvPicPr/>
          <p:nvPr/>
        </p:nvPicPr>
        <p:blipFill>
          <a:blip r:embed="rId3"/>
          <a:stretch/>
        </p:blipFill>
        <p:spPr>
          <a:xfrm>
            <a:off x="7839000" y="96840"/>
            <a:ext cx="1148400" cy="508680"/>
          </a:xfrm>
          <a:prstGeom prst="rect">
            <a:avLst/>
          </a:prstGeom>
          <a:ln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760320" y="3532320"/>
            <a:ext cx="7803360" cy="107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lang="en-US" sz="3200" strike="noStrike">
                <a:solidFill>
                  <a:srgbClr val="ffffff"/>
                </a:solidFill>
                <a:latin typeface="Calibri"/>
                <a:ea typeface="DejaVu Sans"/>
              </a:rPr>
              <a:t>GF22FDX_SC8T_104CPP_BASE_CSC28L_DRC_SUMMARY</a:t>
            </a:r>
            <a:endParaRPr/>
          </a:p>
          <a:p>
            <a:pPr>
              <a:lnSpc>
                <a:spcPct val="100000"/>
              </a:lnSpc>
            </a:pPr>
            <a:r>
              <a:rPr lang="en-US" sz="3200" strike="noStrike">
                <a:solidFill>
                  <a:srgbClr val="ffffff"/>
                </a:solidFill>
                <a:latin typeface="Calibri"/>
                <a:ea typeface="DejaVu Sans"/>
              </a:rPr>
              <a:t>Version: 6.00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628560" y="365040"/>
            <a:ext cx="6846840" cy="88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b="1" lang="en-US" sz="2800" strike="noStrike">
                <a:solidFill>
                  <a:srgbClr val="ff7301"/>
                </a:solidFill>
                <a:latin typeface="Calibri"/>
                <a:ea typeface="DejaVu Sans"/>
              </a:rPr>
              <a:t>Context Used For DRC Checks</a:t>
            </a:r>
            <a:endParaRPr/>
          </a:p>
        </p:txBody>
      </p:sp>
      <p:sp>
        <p:nvSpPr>
          <p:cNvPr id="155" name="CustomShape 2"/>
          <p:cNvSpPr/>
          <p:nvPr/>
        </p:nvSpPr>
        <p:spPr>
          <a:xfrm>
            <a:off x="628560" y="1097280"/>
            <a:ext cx="7882920" cy="514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strike="noStrike">
                <a:solidFill>
                  <a:srgbClr val="808080"/>
                </a:solidFill>
                <a:latin typeface="Calibri"/>
                <a:ea typeface="DejaVu Sans"/>
              </a:rPr>
              <a:t>An original cell along with physical cells is used for DRC checks.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56" name="CustomShape 3"/>
          <p:cNvSpPr/>
          <p:nvPr/>
        </p:nvSpPr>
        <p:spPr>
          <a:xfrm>
            <a:off x="628560" y="6356520"/>
            <a:ext cx="20534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lang="en-US" sz="1200" strike="noStrike">
                <a:solidFill>
                  <a:srgbClr val="8b8b8b"/>
                </a:solidFill>
                <a:latin typeface="Calibri"/>
                <a:ea typeface="DejaVu Sans"/>
              </a:rPr>
              <a:t>07/04/17</a:t>
            </a:r>
            <a:endParaRPr/>
          </a:p>
        </p:txBody>
      </p:sp>
      <p:sp>
        <p:nvSpPr>
          <p:cNvPr id="157" name="CustomShape 4"/>
          <p:cNvSpPr/>
          <p:nvPr/>
        </p:nvSpPr>
        <p:spPr>
          <a:xfrm>
            <a:off x="3029040" y="6356520"/>
            <a:ext cx="308232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lang="en-US" sz="1200" strike="noStrike">
                <a:solidFill>
                  <a:srgbClr val="8b8b8b"/>
                </a:solidFill>
                <a:latin typeface="Calibri"/>
                <a:ea typeface="DejaVu Sans"/>
              </a:rPr>
              <a:t>INVECAS CONFIDENTIAL</a:t>
            </a:r>
            <a:endParaRPr/>
          </a:p>
        </p:txBody>
      </p:sp>
      <p:sp>
        <p:nvSpPr>
          <p:cNvPr id="158" name="CustomShape 5"/>
          <p:cNvSpPr/>
          <p:nvPr/>
        </p:nvSpPr>
        <p:spPr>
          <a:xfrm>
            <a:off x="6458040" y="6356520"/>
            <a:ext cx="20534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r">
              <a:lnSpc>
                <a:spcPct val="100000"/>
              </a:lnSpc>
            </a:pPr>
            <a:fld id="{C99B4FF8-8431-4B4C-89B3-F7AD79C54259}" type="slidenum">
              <a:rPr lang="en-US" sz="1200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/>
          </a:p>
        </p:txBody>
      </p:sp>
      <p:pic>
        <p:nvPicPr>
          <p:cNvPr id="159" name="Picture 158" descr=""/>
          <p:cNvPicPr/>
          <p:nvPr/>
        </p:nvPicPr>
        <p:blipFill>
          <a:blip r:embed="rId1"/>
          <a:stretch/>
        </p:blipFill>
        <p:spPr>
          <a:xfrm>
            <a:off x="548640" y="1438560"/>
            <a:ext cx="8229240" cy="4779000"/>
          </a:xfrm>
          <a:prstGeom prst="rect">
            <a:avLst/>
          </a:prstGeom>
          <a:ln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688320" y="2318040"/>
            <a:ext cx="1362960" cy="32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CNREXTPLX9</a:t>
            </a:r>
            <a:endParaRPr/>
          </a:p>
        </p:txBody>
      </p:sp>
      <p:sp>
        <p:nvSpPr>
          <p:cNvPr id="161" name="CustomShape 7"/>
          <p:cNvSpPr/>
          <p:nvPr/>
        </p:nvSpPr>
        <p:spPr>
          <a:xfrm>
            <a:off x="7112880" y="2138040"/>
            <a:ext cx="1562400" cy="55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CNREXTPRX9</a:t>
            </a:r>
            <a:endParaRPr/>
          </a:p>
        </p:txBody>
      </p:sp>
      <p:sp>
        <p:nvSpPr>
          <p:cNvPr id="162" name="CustomShape 8"/>
          <p:cNvSpPr/>
          <p:nvPr/>
        </p:nvSpPr>
        <p:spPr>
          <a:xfrm>
            <a:off x="731520" y="5090040"/>
            <a:ext cx="1427760" cy="55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CNREXTNLX9</a:t>
            </a:r>
            <a:endParaRPr/>
          </a:p>
        </p:txBody>
      </p:sp>
      <p:sp>
        <p:nvSpPr>
          <p:cNvPr id="163" name="CustomShape 9"/>
          <p:cNvSpPr/>
          <p:nvPr/>
        </p:nvSpPr>
        <p:spPr>
          <a:xfrm>
            <a:off x="7040880" y="5162040"/>
            <a:ext cx="1454400" cy="55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CNREXTNRX9</a:t>
            </a:r>
            <a:endParaRPr/>
          </a:p>
        </p:txBody>
      </p:sp>
      <p:sp>
        <p:nvSpPr>
          <p:cNvPr id="164" name="CustomShape 10"/>
          <p:cNvSpPr/>
          <p:nvPr/>
        </p:nvSpPr>
        <p:spPr>
          <a:xfrm>
            <a:off x="616320" y="3614040"/>
            <a:ext cx="1362960" cy="55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ROWCAPANTENNALX9</a:t>
            </a:r>
            <a:endParaRPr/>
          </a:p>
        </p:txBody>
      </p:sp>
      <p:sp>
        <p:nvSpPr>
          <p:cNvPr id="165" name="CustomShape 11"/>
          <p:cNvSpPr/>
          <p:nvPr/>
        </p:nvSpPr>
        <p:spPr>
          <a:xfrm>
            <a:off x="3928320" y="2066040"/>
            <a:ext cx="1362960" cy="32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COLCAPPX1</a:t>
            </a:r>
            <a:endParaRPr/>
          </a:p>
        </p:txBody>
      </p:sp>
      <p:sp>
        <p:nvSpPr>
          <p:cNvPr id="166" name="CustomShape 12"/>
          <p:cNvSpPr/>
          <p:nvPr/>
        </p:nvSpPr>
        <p:spPr>
          <a:xfrm>
            <a:off x="5620320" y="3614040"/>
            <a:ext cx="1362960" cy="32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TAPX8</a:t>
            </a:r>
            <a:endParaRPr/>
          </a:p>
        </p:txBody>
      </p:sp>
      <p:sp>
        <p:nvSpPr>
          <p:cNvPr id="167" name="CustomShape 13"/>
          <p:cNvSpPr/>
          <p:nvPr/>
        </p:nvSpPr>
        <p:spPr>
          <a:xfrm>
            <a:off x="7312680" y="3542400"/>
            <a:ext cx="1362960" cy="55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ROWCAPANTENNARX9</a:t>
            </a:r>
            <a:endParaRPr/>
          </a:p>
        </p:txBody>
      </p:sp>
      <p:sp>
        <p:nvSpPr>
          <p:cNvPr id="168" name="CustomShape 14"/>
          <p:cNvSpPr/>
          <p:nvPr/>
        </p:nvSpPr>
        <p:spPr>
          <a:xfrm>
            <a:off x="2488680" y="3614400"/>
            <a:ext cx="1362960" cy="32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TAPX8</a:t>
            </a:r>
            <a:endParaRPr/>
          </a:p>
        </p:txBody>
      </p:sp>
      <p:sp>
        <p:nvSpPr>
          <p:cNvPr id="169" name="CustomShape 15"/>
          <p:cNvSpPr/>
          <p:nvPr/>
        </p:nvSpPr>
        <p:spPr>
          <a:xfrm>
            <a:off x="3928680" y="5162400"/>
            <a:ext cx="1362960" cy="32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trike="noStrike">
                <a:solidFill>
                  <a:srgbClr val="ffffff"/>
                </a:solidFill>
                <a:latin typeface="Calibri"/>
                <a:ea typeface="DejaVu Sans"/>
              </a:rPr>
              <a:t>COLCAPNX1</a:t>
            </a:r>
            <a:endParaRPr/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1617120" y="3089880"/>
            <a:ext cx="5155200" cy="67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lang="en-US" sz="3200" strike="noStrike">
                <a:solidFill>
                  <a:srgbClr val="ffffff"/>
                </a:solidFill>
                <a:latin typeface="Calibri"/>
                <a:ea typeface="DejaVu Sans"/>
              </a:rPr>
              <a:t>Waivers &amp; Known Violations</a:t>
            </a:r>
            <a:endParaRPr/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628560" y="365040"/>
            <a:ext cx="6846840" cy="889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CustomShape 2"/>
          <p:cNvSpPr/>
          <p:nvPr/>
        </p:nvSpPr>
        <p:spPr>
          <a:xfrm>
            <a:off x="628560" y="1058040"/>
            <a:ext cx="7882920" cy="488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trike="noStrike">
                <a:solidFill>
                  <a:srgbClr val="808080"/>
                </a:solidFill>
                <a:latin typeface="Calibri"/>
                <a:ea typeface="DejaVu Sans"/>
              </a:rPr>
              <a:t>Rule:</a:t>
            </a:r>
            <a:endParaRPr/>
          </a:p>
          <a:p>
            <a:pPr>
              <a:lnSpc>
                <a:spcPct val="100000"/>
              </a:lnSpc>
            </a:pPr>
            <a:r>
              <a:rPr lang="en-US" sz="1600" strike="noStrike">
                <a:solidFill>
                  <a:srgbClr val="808080"/>
                </a:solidFill>
                <a:latin typeface="Calibri"/>
                <a:ea typeface="DejaVu Sans"/>
              </a:rPr>
              <a:t>M1_U_cfill_all must be within OUTLINE &gt;= 0</a:t>
            </a:r>
            <a:endParaRPr/>
          </a:p>
          <a:p>
            <a:pPr>
              <a:lnSpc>
                <a:spcPct val="100000"/>
              </a:lnSpc>
            </a:pPr>
            <a:r>
              <a:rPr b="1" lang="en-US" sz="2000" strike="noStrike">
                <a:solidFill>
                  <a:srgbClr val="808080"/>
                </a:solidFill>
                <a:latin typeface="Calibri"/>
                <a:ea typeface="DejaVu Sans"/>
              </a:rPr>
              <a:t>Description/Location:</a:t>
            </a:r>
            <a:endParaRPr/>
          </a:p>
          <a:p>
            <a:pPr>
              <a:lnSpc>
                <a:spcPct val="100000"/>
              </a:lnSpc>
            </a:pPr>
            <a:r>
              <a:rPr lang="en-US" sz="1600" strike="noStrike">
                <a:solidFill>
                  <a:srgbClr val="808080"/>
                </a:solidFill>
                <a:latin typeface="Calibri"/>
                <a:ea typeface="DejaVu Sans"/>
              </a:rPr>
              <a:t>Known Violation at cell Level. Will be cleaned at Design Level.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73" name="CustomShape 3"/>
          <p:cNvSpPr/>
          <p:nvPr/>
        </p:nvSpPr>
        <p:spPr>
          <a:xfrm>
            <a:off x="628560" y="6356520"/>
            <a:ext cx="20534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>
              <a:lnSpc>
                <a:spcPct val="100000"/>
              </a:lnSpc>
            </a:pPr>
            <a:r>
              <a:rPr lang="en-US" sz="1200" strike="noStrike">
                <a:solidFill>
                  <a:srgbClr val="8b8b8b"/>
                </a:solidFill>
                <a:latin typeface="Calibri"/>
                <a:ea typeface="DejaVu Sans"/>
              </a:rPr>
              <a:t>07/04/17</a:t>
            </a:r>
            <a:endParaRPr/>
          </a:p>
        </p:txBody>
      </p:sp>
      <p:sp>
        <p:nvSpPr>
          <p:cNvPr id="174" name="CustomShape 4"/>
          <p:cNvSpPr/>
          <p:nvPr/>
        </p:nvSpPr>
        <p:spPr>
          <a:xfrm>
            <a:off x="3029040" y="6356520"/>
            <a:ext cx="308232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lang="en-US" sz="1200" strike="noStrike">
                <a:solidFill>
                  <a:srgbClr val="8b8b8b"/>
                </a:solidFill>
                <a:latin typeface="Calibri"/>
                <a:ea typeface="DejaVu Sans"/>
              </a:rPr>
              <a:t>INVECAS CONFIDENTIAL</a:t>
            </a:r>
            <a:endParaRPr/>
          </a:p>
        </p:txBody>
      </p:sp>
      <p:sp>
        <p:nvSpPr>
          <p:cNvPr id="175" name="CustomShape 5"/>
          <p:cNvSpPr/>
          <p:nvPr/>
        </p:nvSpPr>
        <p:spPr>
          <a:xfrm>
            <a:off x="6458040" y="6356520"/>
            <a:ext cx="20534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r">
              <a:lnSpc>
                <a:spcPct val="100000"/>
              </a:lnSpc>
            </a:pPr>
            <a:fld id="{E8D38C81-5232-4C6E-8692-6BEE1DF98749}" type="slidenum">
              <a:rPr lang="en-US" sz="1200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/>
          </a:p>
        </p:txBody>
      </p:sp>
      <p:pic>
        <p:nvPicPr>
          <p:cNvPr id="176" name="Picture 7" descr=""/>
          <p:cNvPicPr/>
          <p:nvPr/>
        </p:nvPicPr>
        <p:blipFill>
          <a:blip r:embed="rId1"/>
          <a:stretch/>
        </p:blipFill>
        <p:spPr>
          <a:xfrm>
            <a:off x="822960" y="2584080"/>
            <a:ext cx="6603480" cy="3175200"/>
          </a:xfrm>
          <a:prstGeom prst="rect">
            <a:avLst/>
          </a:prstGeom>
          <a:ln>
            <a:noFill/>
          </a:ln>
        </p:spPr>
      </p:pic>
      <p:sp>
        <p:nvSpPr>
          <p:cNvPr id="177" name="CustomShape 6"/>
          <p:cNvSpPr/>
          <p:nvPr/>
        </p:nvSpPr>
        <p:spPr>
          <a:xfrm>
            <a:off x="673560" y="641880"/>
            <a:ext cx="7618320" cy="44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800" strike="noStrike">
                <a:solidFill>
                  <a:srgbClr val="ff7301"/>
                </a:solidFill>
                <a:latin typeface="Calibri"/>
                <a:ea typeface="DejaVu Sans"/>
              </a:rPr>
              <a:t>GRCLC.OUTLINE.C.2_M1_U_cfill_all</a:t>
            </a:r>
            <a:endParaRPr/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461160" y="4726440"/>
            <a:ext cx="5007600" cy="97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lang="en-US" sz="5400" strike="noStrike">
                <a:solidFill>
                  <a:srgbClr val="ffffff"/>
                </a:solidFill>
                <a:latin typeface="Calibri"/>
                <a:ea typeface="DejaVu Sans"/>
              </a:rPr>
              <a:t>Thank You</a:t>
            </a:r>
            <a:endParaRPr/>
          </a:p>
        </p:txBody>
      </p:sp>
      <p:sp>
        <p:nvSpPr>
          <p:cNvPr id="179" name="CustomShape 2"/>
          <p:cNvSpPr/>
          <p:nvPr/>
        </p:nvSpPr>
        <p:spPr>
          <a:xfrm>
            <a:off x="7086600" y="6356520"/>
            <a:ext cx="2053440" cy="36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r">
              <a:lnSpc>
                <a:spcPct val="100000"/>
              </a:lnSpc>
            </a:pPr>
            <a:fld id="{10B469A4-0B0E-4180-B872-B4C3756498F4}" type="slidenum">
              <a:rPr lang="en-US" sz="1200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/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Invecas Template 1</Template>
  <TotalTime>3</TotalTime>
  <Application>LibreOffice/4.4.3.2$Linux_X86_64 LibreOffice_project/88805f81e9fe61362df02b9941de8e38a9b5fd16</Application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2017-07-21T08:38:37Z</dcterms:created>
  <dc:creator>Venkata Buchupalli</dc:creator>
  <dc:language>en-US</dc:language>
  <cp:lastModifiedBy>Shivam Srivastava</cp:lastModifiedBy>
  <dcterms:modified xsi:type="dcterms:W3CDTF">2018-10-31T17:54:06Z</dcterms:modified>
  <cp:revision>221</cp:revision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KSOProductBuildVer">
    <vt:lpwstr>1033-10.1.0.5672</vt:lpwstr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5</vt:i4>
  </property>
</Properties>
</file>